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53" autoAdjust="0"/>
    <p:restoredTop sz="94622" autoAdjust="0"/>
  </p:normalViewPr>
  <p:slideViewPr>
    <p:cSldViewPr>
      <p:cViewPr varScale="1">
        <p:scale>
          <a:sx n="51" d="100"/>
          <a:sy n="51" d="100"/>
        </p:scale>
        <p:origin x="763" y="-83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mma Gowtham Sai" userId="2ff205481ce047ab" providerId="LiveId" clId="{3BC11FA3-876E-4036-B5AB-DA895F216455}"/>
    <pc:docChg chg="modSld">
      <pc:chgData name="Kamma Gowtham Sai" userId="2ff205481ce047ab" providerId="LiveId" clId="{3BC11FA3-876E-4036-B5AB-DA895F216455}" dt="2026-05-05T20:40:51.794" v="8" actId="20577"/>
      <pc:docMkLst>
        <pc:docMk/>
      </pc:docMkLst>
      <pc:sldChg chg="modSp mod">
        <pc:chgData name="Kamma Gowtham Sai" userId="2ff205481ce047ab" providerId="LiveId" clId="{3BC11FA3-876E-4036-B5AB-DA895F216455}" dt="2026-05-05T20:40:51.794" v="8" actId="20577"/>
        <pc:sldMkLst>
          <pc:docMk/>
          <pc:sldMk cId="0" sldId="276"/>
        </pc:sldMkLst>
        <pc:spChg chg="mod">
          <ac:chgData name="Kamma Gowtham Sai" userId="2ff205481ce047ab" providerId="LiveId" clId="{3BC11FA3-876E-4036-B5AB-DA895F216455}" dt="2026-05-05T20:40:51.794" v="8" actId="20577"/>
          <ac:spMkLst>
            <pc:docMk/>
            <pc:sldMk cId="0" sldId="276"/>
            <ac:spMk id="48" creationId="{26E9F5F9-CCF8-6F05-4C01-034C88D7529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K. Gowtham Sai – VTU25540 – 23UECS0254</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9 –  Sustainable Development Goal</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and manage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Money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4" name="Picture 33">
            <a:extLst>
              <a:ext uri="{FF2B5EF4-FFF2-40B4-BE49-F238E27FC236}">
                <a16:creationId xmlns:a16="http://schemas.microsoft.com/office/drawing/2014/main" id="{F748329B-CA33-CD43-C064-33406BC74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9896" y="1741461"/>
            <a:ext cx="14611350" cy="7635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7" name="Picture 6">
            <a:extLst>
              <a:ext uri="{FF2B5EF4-FFF2-40B4-BE49-F238E27FC236}">
                <a16:creationId xmlns:a16="http://schemas.microsoft.com/office/drawing/2014/main" id="{A80D2735-027B-7DC4-9E59-67D99BD0A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742497"/>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a:t>
            </a:r>
            <a:r>
              <a:rPr lang="en-US" sz="2800"/>
              <a:t>Node JS</a:t>
            </a:r>
            <a:endParaRPr lang="en-US" sz="2800" dirty="0"/>
          </a:p>
          <a:p>
            <a:r>
              <a:rPr lang="en-US" sz="2800" dirty="0"/>
              <a:t>2.java</a:t>
            </a:r>
          </a:p>
          <a:p>
            <a:endParaRPr lang="en-US" sz="2800" dirty="0"/>
          </a:p>
          <a:p>
            <a:r>
              <a:rPr lang="en-US" sz="2800" dirty="0">
                <a:solidFill>
                  <a:srgbClr val="0033CC"/>
                </a:solidFill>
              </a:rPr>
              <a:t> Data Base / Tools:</a:t>
            </a:r>
          </a:p>
          <a:p>
            <a:endParaRPr lang="en-US" sz="2800" dirty="0"/>
          </a:p>
          <a:p>
            <a:r>
              <a:rPr lang="en-US" sz="2800" dirty="0"/>
              <a:t>1.Mysql</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Quiz Management</a:t>
            </a:r>
          </a:p>
          <a:p>
            <a:r>
              <a:rPr lang="en-US" sz="2800" dirty="0"/>
              <a:t>Allows admin to create, update, and delete events and manage event details.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99D8995-7053-808D-A868-3F9B5E5EAC9D}"/>
              </a:ext>
            </a:extLst>
          </p:cNvPr>
          <p:cNvPicPr>
            <a:picLocks noChangeAspect="1"/>
          </p:cNvPicPr>
          <p:nvPr/>
        </p:nvPicPr>
        <p:blipFill>
          <a:blip r:embed="rId3"/>
          <a:stretch>
            <a:fillRect/>
          </a:stretch>
        </p:blipFill>
        <p:spPr>
          <a:xfrm>
            <a:off x="2286000" y="1769090"/>
            <a:ext cx="14297583" cy="7489210"/>
          </a:xfrm>
          <a:prstGeom prst="rect">
            <a:avLst/>
          </a:prstGeom>
        </p:spPr>
      </p:pic>
      <p:pic>
        <p:nvPicPr>
          <p:cNvPr id="4" name="Picture 3">
            <a:extLst>
              <a:ext uri="{FF2B5EF4-FFF2-40B4-BE49-F238E27FC236}">
                <a16:creationId xmlns:a16="http://schemas.microsoft.com/office/drawing/2014/main" id="{B163FE6E-05BF-C91F-0D9A-509C9F0AE147}"/>
              </a:ext>
            </a:extLst>
          </p:cNvPr>
          <p:cNvPicPr>
            <a:picLocks noChangeAspect="1"/>
          </p:cNvPicPr>
          <p:nvPr/>
        </p:nvPicPr>
        <p:blipFill>
          <a:blip r:embed="rId4"/>
          <a:stretch>
            <a:fillRect/>
          </a:stretch>
        </p:blipFill>
        <p:spPr>
          <a:xfrm>
            <a:off x="1821094" y="1481038"/>
            <a:ext cx="15011400" cy="8065313"/>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3748" y="4213239"/>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B2C0757E-AD8C-C6B1-C759-63C55D001DC6}"/>
              </a:ext>
            </a:extLst>
          </p:cNvPr>
          <p:cNvPicPr>
            <a:picLocks noChangeAspect="1"/>
          </p:cNvPicPr>
          <p:nvPr/>
        </p:nvPicPr>
        <p:blipFill>
          <a:blip r:embed="rId3"/>
          <a:stretch>
            <a:fillRect/>
          </a:stretch>
        </p:blipFill>
        <p:spPr>
          <a:xfrm>
            <a:off x="1865885" y="2523945"/>
            <a:ext cx="7049516" cy="6239559"/>
          </a:xfrm>
          <a:prstGeom prst="rect">
            <a:avLst/>
          </a:prstGeom>
        </p:spPr>
      </p:pic>
      <p:pic>
        <p:nvPicPr>
          <p:cNvPr id="6" name="Picture 5">
            <a:extLst>
              <a:ext uri="{FF2B5EF4-FFF2-40B4-BE49-F238E27FC236}">
                <a16:creationId xmlns:a16="http://schemas.microsoft.com/office/drawing/2014/main" id="{4D829F9B-8923-38E8-C209-DE45146F9E1D}"/>
              </a:ext>
            </a:extLst>
          </p:cNvPr>
          <p:cNvPicPr>
            <a:picLocks noChangeAspect="1"/>
          </p:cNvPicPr>
          <p:nvPr/>
        </p:nvPicPr>
        <p:blipFill>
          <a:blip r:embed="rId4"/>
          <a:stretch>
            <a:fillRect/>
          </a:stretch>
        </p:blipFill>
        <p:spPr>
          <a:xfrm>
            <a:off x="8905408" y="2446369"/>
            <a:ext cx="8268684" cy="6288334"/>
          </a:xfrm>
          <a:prstGeom prst="rect">
            <a:avLst/>
          </a:prstGeom>
        </p:spPr>
      </p:pic>
      <p:pic>
        <p:nvPicPr>
          <p:cNvPr id="4" name="Picture 3">
            <a:extLst>
              <a:ext uri="{FF2B5EF4-FFF2-40B4-BE49-F238E27FC236}">
                <a16:creationId xmlns:a16="http://schemas.microsoft.com/office/drawing/2014/main" id="{C8A01627-CABF-EA83-02E8-ACBC0FA6E7D1}"/>
              </a:ext>
            </a:extLst>
          </p:cNvPr>
          <p:cNvPicPr>
            <a:picLocks noChangeAspect="1"/>
          </p:cNvPicPr>
          <p:nvPr/>
        </p:nvPicPr>
        <p:blipFill>
          <a:blip r:embed="rId5"/>
          <a:stretch>
            <a:fillRect/>
          </a:stretch>
        </p:blipFill>
        <p:spPr>
          <a:xfrm>
            <a:off x="1635007" y="1265170"/>
            <a:ext cx="16424394" cy="8374129"/>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0D28F54-0F1E-A385-3922-724AAA8BC1CE}"/>
              </a:ext>
            </a:extLst>
          </p:cNvPr>
          <p:cNvPicPr>
            <a:picLocks noChangeAspect="1"/>
          </p:cNvPicPr>
          <p:nvPr/>
        </p:nvPicPr>
        <p:blipFill>
          <a:blip r:embed="rId3"/>
          <a:stretch>
            <a:fillRect/>
          </a:stretch>
        </p:blipFill>
        <p:spPr>
          <a:xfrm>
            <a:off x="1878757" y="1695376"/>
            <a:ext cx="7316221" cy="7562924"/>
          </a:xfrm>
          <a:prstGeom prst="rect">
            <a:avLst/>
          </a:prstGeom>
        </p:spPr>
      </p:pic>
      <p:pic>
        <p:nvPicPr>
          <p:cNvPr id="38" name="Picture 37">
            <a:extLst>
              <a:ext uri="{FF2B5EF4-FFF2-40B4-BE49-F238E27FC236}">
                <a16:creationId xmlns:a16="http://schemas.microsoft.com/office/drawing/2014/main" id="{496A26A3-DE35-5F61-8DD9-2C928EA30E7B}"/>
              </a:ext>
            </a:extLst>
          </p:cNvPr>
          <p:cNvPicPr>
            <a:picLocks noChangeAspect="1"/>
          </p:cNvPicPr>
          <p:nvPr/>
        </p:nvPicPr>
        <p:blipFill>
          <a:blip r:embed="rId4"/>
          <a:stretch>
            <a:fillRect/>
          </a:stretch>
        </p:blipFill>
        <p:spPr>
          <a:xfrm>
            <a:off x="9587836" y="1729573"/>
            <a:ext cx="7101085" cy="7528727"/>
          </a:xfrm>
          <a:prstGeom prst="rect">
            <a:avLst/>
          </a:prstGeom>
        </p:spPr>
      </p:pic>
      <p:pic>
        <p:nvPicPr>
          <p:cNvPr id="4" name="Picture 3">
            <a:extLst>
              <a:ext uri="{FF2B5EF4-FFF2-40B4-BE49-F238E27FC236}">
                <a16:creationId xmlns:a16="http://schemas.microsoft.com/office/drawing/2014/main" id="{50ED7727-8378-CF04-1F71-0B56B496DCFD}"/>
              </a:ext>
            </a:extLst>
          </p:cNvPr>
          <p:cNvPicPr>
            <a:picLocks noChangeAspect="1"/>
          </p:cNvPicPr>
          <p:nvPr/>
        </p:nvPicPr>
        <p:blipFill>
          <a:blip r:embed="rId5"/>
          <a:stretch>
            <a:fillRect/>
          </a:stretch>
        </p:blipFill>
        <p:spPr>
          <a:xfrm>
            <a:off x="1728050" y="1265171"/>
            <a:ext cx="16045824" cy="890753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7A2807F6-2922-4EA4-E5CF-5B1AE359B33C}"/>
              </a:ext>
            </a:extLst>
          </p:cNvPr>
          <p:cNvPicPr>
            <a:picLocks noChangeAspect="1"/>
          </p:cNvPicPr>
          <p:nvPr/>
        </p:nvPicPr>
        <p:blipFill>
          <a:blip r:embed="rId3"/>
          <a:stretch>
            <a:fillRect/>
          </a:stretch>
        </p:blipFill>
        <p:spPr>
          <a:xfrm>
            <a:off x="9546183" y="1928711"/>
            <a:ext cx="8261306" cy="6359781"/>
          </a:xfrm>
          <a:prstGeom prst="rect">
            <a:avLst/>
          </a:prstGeom>
        </p:spPr>
      </p:pic>
      <p:pic>
        <p:nvPicPr>
          <p:cNvPr id="4" name="Picture 3">
            <a:extLst>
              <a:ext uri="{FF2B5EF4-FFF2-40B4-BE49-F238E27FC236}">
                <a16:creationId xmlns:a16="http://schemas.microsoft.com/office/drawing/2014/main" id="{93E13479-7CF7-BF57-33E6-DC140EE665BE}"/>
              </a:ext>
            </a:extLst>
          </p:cNvPr>
          <p:cNvPicPr>
            <a:picLocks noChangeAspect="1"/>
          </p:cNvPicPr>
          <p:nvPr/>
        </p:nvPicPr>
        <p:blipFill>
          <a:blip r:embed="rId4"/>
          <a:stretch>
            <a:fillRect/>
          </a:stretch>
        </p:blipFill>
        <p:spPr>
          <a:xfrm>
            <a:off x="1850454" y="1963609"/>
            <a:ext cx="7155033" cy="6359782"/>
          </a:xfrm>
          <a:prstGeom prst="rect">
            <a:avLst/>
          </a:prstGeom>
        </p:spPr>
      </p:pic>
      <p:pic>
        <p:nvPicPr>
          <p:cNvPr id="3" name="Picture 2">
            <a:extLst>
              <a:ext uri="{FF2B5EF4-FFF2-40B4-BE49-F238E27FC236}">
                <a16:creationId xmlns:a16="http://schemas.microsoft.com/office/drawing/2014/main" id="{F7184F55-B3D0-A7D8-609D-3C2292A4B417}"/>
              </a:ext>
            </a:extLst>
          </p:cNvPr>
          <p:cNvPicPr>
            <a:picLocks noChangeAspect="1"/>
          </p:cNvPicPr>
          <p:nvPr/>
        </p:nvPicPr>
        <p:blipFill>
          <a:blip r:embed="rId5"/>
          <a:stretch>
            <a:fillRect/>
          </a:stretch>
        </p:blipFill>
        <p:spPr>
          <a:xfrm>
            <a:off x="1775692" y="1725634"/>
            <a:ext cx="16031798" cy="6835732"/>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TotalTime>
  <Words>777</Words>
  <Application>Microsoft Office PowerPoint</Application>
  <PresentationFormat>Custom</PresentationFormat>
  <Paragraphs>330</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Cambria</vt:lpstr>
      <vt:lpstr>Arial</vt:lpstr>
      <vt:lpstr>Gotham</vt:lpstr>
      <vt:lpstr>Times New Roman</vt:lpstr>
      <vt:lpstr>Gotham Bold Italics</vt:lpstr>
      <vt:lpstr>Bookman Old Style</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Kamma Gowtham Sai</cp:lastModifiedBy>
  <cp:revision>26</cp:revision>
  <dcterms:created xsi:type="dcterms:W3CDTF">2006-08-16T00:00:00Z</dcterms:created>
  <dcterms:modified xsi:type="dcterms:W3CDTF">2026-05-05T20:40:52Z</dcterms:modified>
  <dc:identifier>DAHCaYqJ9OU</dc:identifier>
</cp:coreProperties>
</file>