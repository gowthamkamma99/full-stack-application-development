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265" autoAdjust="0"/>
    <p:restoredTop sz="94622" autoAdjust="0"/>
  </p:normalViewPr>
  <p:slideViewPr>
    <p:cSldViewPr>
      <p:cViewPr varScale="1">
        <p:scale>
          <a:sx n="52" d="100"/>
          <a:sy n="52" d="100"/>
        </p:scale>
        <p:origin x="269"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K . Gowtham   – VTU25540 – 23UECS0254</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4 –  Quality Education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F748329B-CA33-CD43-C064-33406BC74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a:t>
            </a:r>
            <a:r>
              <a:rPr lang="en-US" sz="2800"/>
              <a:t>Node 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695CAC2-4D9E-86A5-153C-E4C402FE44F5}"/>
              </a:ext>
            </a:extLst>
          </p:cNvPr>
          <p:cNvPicPr>
            <a:picLocks noChangeAspect="1"/>
          </p:cNvPicPr>
          <p:nvPr/>
        </p:nvPicPr>
        <p:blipFill>
          <a:blip r:embed="rId3"/>
          <a:stretch>
            <a:fillRect/>
          </a:stretch>
        </p:blipFill>
        <p:spPr>
          <a:xfrm>
            <a:off x="2362200" y="1755639"/>
            <a:ext cx="14275812" cy="7192222"/>
          </a:xfrm>
          <a:prstGeom prst="rect">
            <a:avLst/>
          </a:prstGeom>
        </p:spPr>
      </p:pic>
      <p:pic>
        <p:nvPicPr>
          <p:cNvPr id="40" name="Picture 39">
            <a:extLst>
              <a:ext uri="{FF2B5EF4-FFF2-40B4-BE49-F238E27FC236}">
                <a16:creationId xmlns:a16="http://schemas.microsoft.com/office/drawing/2014/main" id="{E4F80FEC-CB0F-A7C1-AD40-6EAFE14BB628}"/>
              </a:ext>
            </a:extLst>
          </p:cNvPr>
          <p:cNvPicPr>
            <a:picLocks noChangeAspect="1"/>
          </p:cNvPicPr>
          <p:nvPr/>
        </p:nvPicPr>
        <p:blipFill>
          <a:blip r:embed="rId4"/>
          <a:stretch>
            <a:fillRect/>
          </a:stretch>
        </p:blipFill>
        <p:spPr>
          <a:xfrm>
            <a:off x="2258733" y="1350093"/>
            <a:ext cx="15200636" cy="806060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46FEA6BE-60DD-40DF-1EE7-B51ACF257CD8}"/>
              </a:ext>
            </a:extLst>
          </p:cNvPr>
          <p:cNvPicPr>
            <a:picLocks noChangeAspect="1"/>
          </p:cNvPicPr>
          <p:nvPr/>
        </p:nvPicPr>
        <p:blipFill>
          <a:blip r:embed="rId3"/>
          <a:stretch>
            <a:fillRect/>
          </a:stretch>
        </p:blipFill>
        <p:spPr>
          <a:xfrm>
            <a:off x="1985793" y="1965767"/>
            <a:ext cx="14413336" cy="7249537"/>
          </a:xfrm>
          <a:prstGeom prst="rect">
            <a:avLst/>
          </a:prstGeom>
        </p:spPr>
      </p:pic>
      <p:pic>
        <p:nvPicPr>
          <p:cNvPr id="3" name="Picture 2">
            <a:extLst>
              <a:ext uri="{FF2B5EF4-FFF2-40B4-BE49-F238E27FC236}">
                <a16:creationId xmlns:a16="http://schemas.microsoft.com/office/drawing/2014/main" id="{2C99584C-2A16-4EE6-113D-1AF5CC799F5C}"/>
              </a:ext>
            </a:extLst>
          </p:cNvPr>
          <p:cNvPicPr>
            <a:picLocks noChangeAspect="1"/>
          </p:cNvPicPr>
          <p:nvPr/>
        </p:nvPicPr>
        <p:blipFill>
          <a:blip r:embed="rId4"/>
          <a:stretch>
            <a:fillRect/>
          </a:stretch>
        </p:blipFill>
        <p:spPr>
          <a:xfrm>
            <a:off x="1775692" y="1501364"/>
            <a:ext cx="15599660" cy="8283753"/>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309342F4-448B-8D3B-DC94-5C56A1341A80}"/>
              </a:ext>
            </a:extLst>
          </p:cNvPr>
          <p:cNvPicPr>
            <a:picLocks noChangeAspect="1"/>
          </p:cNvPicPr>
          <p:nvPr/>
        </p:nvPicPr>
        <p:blipFill>
          <a:blip r:embed="rId3"/>
          <a:stretch>
            <a:fillRect/>
          </a:stretch>
        </p:blipFill>
        <p:spPr>
          <a:xfrm>
            <a:off x="1874703" y="2015464"/>
            <a:ext cx="7116897" cy="6633235"/>
          </a:xfrm>
          <a:prstGeom prst="rect">
            <a:avLst/>
          </a:prstGeom>
        </p:spPr>
      </p:pic>
      <p:pic>
        <p:nvPicPr>
          <p:cNvPr id="6" name="Picture 5">
            <a:extLst>
              <a:ext uri="{FF2B5EF4-FFF2-40B4-BE49-F238E27FC236}">
                <a16:creationId xmlns:a16="http://schemas.microsoft.com/office/drawing/2014/main" id="{BAE77A09-F1CE-E897-3483-2C6FD49D2EA5}"/>
              </a:ext>
            </a:extLst>
          </p:cNvPr>
          <p:cNvPicPr>
            <a:picLocks noChangeAspect="1"/>
          </p:cNvPicPr>
          <p:nvPr/>
        </p:nvPicPr>
        <p:blipFill>
          <a:blip r:embed="rId4"/>
          <a:stretch>
            <a:fillRect/>
          </a:stretch>
        </p:blipFill>
        <p:spPr>
          <a:xfrm>
            <a:off x="9131420" y="2015463"/>
            <a:ext cx="7783011" cy="6633236"/>
          </a:xfrm>
          <a:prstGeom prst="rect">
            <a:avLst/>
          </a:prstGeom>
        </p:spPr>
      </p:pic>
      <p:pic>
        <p:nvPicPr>
          <p:cNvPr id="3" name="Picture 2">
            <a:extLst>
              <a:ext uri="{FF2B5EF4-FFF2-40B4-BE49-F238E27FC236}">
                <a16:creationId xmlns:a16="http://schemas.microsoft.com/office/drawing/2014/main" id="{896F1FDF-C635-E4A9-90C7-89932F5AA75F}"/>
              </a:ext>
            </a:extLst>
          </p:cNvPr>
          <p:cNvPicPr>
            <a:picLocks noChangeAspect="1"/>
          </p:cNvPicPr>
          <p:nvPr/>
        </p:nvPicPr>
        <p:blipFill>
          <a:blip r:embed="rId5"/>
          <a:stretch>
            <a:fillRect/>
          </a:stretch>
        </p:blipFill>
        <p:spPr>
          <a:xfrm>
            <a:off x="1694498" y="1409700"/>
            <a:ext cx="15983901" cy="76962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9CEBD198-132E-8DCE-2F52-5FCA2547D691}"/>
              </a:ext>
            </a:extLst>
          </p:cNvPr>
          <p:cNvPicPr>
            <a:picLocks noChangeAspect="1"/>
          </p:cNvPicPr>
          <p:nvPr/>
        </p:nvPicPr>
        <p:blipFill>
          <a:blip r:embed="rId3"/>
          <a:stretch>
            <a:fillRect/>
          </a:stretch>
        </p:blipFill>
        <p:spPr>
          <a:xfrm>
            <a:off x="1818054" y="2229658"/>
            <a:ext cx="6882773" cy="6359781"/>
          </a:xfrm>
          <a:prstGeom prst="rect">
            <a:avLst/>
          </a:prstGeom>
        </p:spPr>
      </p:pic>
      <p:pic>
        <p:nvPicPr>
          <p:cNvPr id="5" name="Picture 4">
            <a:extLst>
              <a:ext uri="{FF2B5EF4-FFF2-40B4-BE49-F238E27FC236}">
                <a16:creationId xmlns:a16="http://schemas.microsoft.com/office/drawing/2014/main" id="{7A2807F6-2922-4EA4-E5CF-5B1AE359B33C}"/>
              </a:ext>
            </a:extLst>
          </p:cNvPr>
          <p:cNvPicPr>
            <a:picLocks noChangeAspect="1"/>
          </p:cNvPicPr>
          <p:nvPr/>
        </p:nvPicPr>
        <p:blipFill>
          <a:blip r:embed="rId4"/>
          <a:stretch>
            <a:fillRect/>
          </a:stretch>
        </p:blipFill>
        <p:spPr>
          <a:xfrm>
            <a:off x="9291106" y="2229657"/>
            <a:ext cx="8261306" cy="6359781"/>
          </a:xfrm>
          <a:prstGeom prst="rect">
            <a:avLst/>
          </a:prstGeom>
        </p:spPr>
      </p:pic>
      <p:pic>
        <p:nvPicPr>
          <p:cNvPr id="4" name="Picture 3">
            <a:extLst>
              <a:ext uri="{FF2B5EF4-FFF2-40B4-BE49-F238E27FC236}">
                <a16:creationId xmlns:a16="http://schemas.microsoft.com/office/drawing/2014/main" id="{1C3D7804-0631-4550-DE41-3BEFD9E170E8}"/>
              </a:ext>
            </a:extLst>
          </p:cNvPr>
          <p:cNvPicPr>
            <a:picLocks noChangeAspect="1"/>
          </p:cNvPicPr>
          <p:nvPr/>
        </p:nvPicPr>
        <p:blipFill>
          <a:blip r:embed="rId5"/>
          <a:stretch>
            <a:fillRect/>
          </a:stretch>
        </p:blipFill>
        <p:spPr>
          <a:xfrm>
            <a:off x="1728050" y="1485900"/>
            <a:ext cx="16026549" cy="8001000"/>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640</TotalTime>
  <Words>772</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Cambria</vt:lpstr>
      <vt:lpstr>Gotham</vt:lpstr>
      <vt:lpstr>Arial</vt:lpstr>
      <vt:lpstr>Gotham Bold Italics</vt:lpstr>
      <vt:lpstr>Bookman Old Style</vt:lpstr>
      <vt:lpstr>Times New Roman</vt:lpstr>
      <vt:lpstr>Wingdings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Kamma Gowtham Sai</cp:lastModifiedBy>
  <cp:revision>26</cp:revision>
  <dcterms:created xsi:type="dcterms:W3CDTF">2006-08-16T00:00:00Z</dcterms:created>
  <dcterms:modified xsi:type="dcterms:W3CDTF">2026-04-20T03:51:09Z</dcterms:modified>
  <dc:identifier>DAHCaYqJ9OU</dc:identifier>
</cp:coreProperties>
</file>